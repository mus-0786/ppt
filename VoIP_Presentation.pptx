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Devices → Call Processing Server → IP Network → VoIP Gateway → PSTN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Processing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Acts as the brain</a:t>
            </a:r>
          </a:p>
          <a:p>
            <a:r>
              <a:t>Manages call setup, routing, termination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End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Phones</a:t>
            </a:r>
          </a:p>
          <a:p>
            <a:r>
              <a:t>Softphones</a:t>
            </a:r>
          </a:p>
          <a:p>
            <a:r>
              <a:t>Consoles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VoIP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IP Network with PSTN</a:t>
            </a:r>
          </a:p>
          <a:p>
            <a:r>
              <a:t>Converts analog to digital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VoIP Signaling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 / H.323 / MGCP</a:t>
            </a:r>
          </a:p>
          <a:p>
            <a:r>
              <a:t>RTP carries voice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QoS in 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packets get higher priority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VoIP = Efficient voice communication over IP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